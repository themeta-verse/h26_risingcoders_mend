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Beyond CVEs: Solving Silent Transitive Drift with Gemma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THE REALITY OF DEPENDENCY FAILURE</a:t>
            </a:r>
          </a:p>
          <a:p>
            <a:pPr>
              <a:spcBef>
                <a:spcPts val="1200"/>
              </a:spcBef>
              <a:defRPr sz="1300">
                <a:solidFill>
                  <a:srgbClr val="18181B"/>
                </a:solidFill>
              </a:defRPr>
            </a:pPr>
            <a:r>
              <a:t>• Security scanners focus exclusively on CVE databases, but software actually breaks during maintenance due to transitive friction.</a:t>
            </a:r>
          </a:p>
          <a:p>
            <a:pPr>
              <a:spcBef>
                <a:spcPts val="1000"/>
              </a:spcBef>
              <a:defRPr sz="1300">
                <a:solidFill>
                  <a:srgbClr val="18181B"/>
                </a:solidFill>
              </a:defRPr>
            </a:pPr>
            <a:r>
              <a:t>• Silent Breaking Changes: Upstream peer packages update internal APIs (e.g. MarkupSafe removing soft_unicode) without direct project bumps.</a:t>
            </a:r>
          </a:p>
          <a:p>
            <a:pPr>
              <a:spcBef>
                <a:spcPts val="1000"/>
              </a:spcBef>
              <a:defRPr sz="1300">
                <a:solidFill>
                  <a:srgbClr val="18181B"/>
                </a:solidFill>
              </a:defRPr>
            </a:pPr>
            <a:r>
              <a:t>• Manifest Drift: Conflicting version requirements across requirements.txt and pyproject.toml create non-deterministic build environments.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THE SOLUTION: MEND + GEMMA 4</a:t>
            </a:r>
          </a:p>
          <a:p>
            <a:pPr>
              <a:spcBef>
                <a:spcPts val="1200"/>
              </a:spcBef>
              <a:defRPr sz="1300">
                <a:solidFill>
                  <a:srgbClr val="18181B"/>
                </a:solidFill>
              </a:defRPr>
            </a:pPr>
            <a:r>
              <a:t>• Deterministic AST &amp; Manifest Engine: Parses exact import statements, file lines, and dual-manifest specifiers.</a:t>
            </a:r>
          </a:p>
          <a:p>
            <a:pPr>
              <a:spcBef>
                <a:spcPts val="1000"/>
              </a:spcBef>
              <a:defRPr sz="1300">
                <a:solidFill>
                  <a:srgbClr val="18181B"/>
                </a:solidFill>
              </a:defRPr>
            </a:pPr>
            <a:r>
              <a:t>• Gemma 4 Advisory: Local inference with gemma4:e2b-it-q4_K_M delivers bounded JSON migration plans with concrete steps and risk analysis.</a:t>
            </a:r>
          </a:p>
          <a:p>
            <a:pPr>
              <a:spcBef>
                <a:spcPts val="1000"/>
              </a:spcBef>
              <a:defRPr sz="1300">
                <a:solidFill>
                  <a:srgbClr val="18181B"/>
                </a:solidFill>
              </a:defRPr>
            </a:pPr>
            <a:r>
              <a:t>• Isolated Sandbox Verification: Real pytest execution verifies proposed upgrades without touching production environments.</a:t>
            </a:r>
          </a:p>
          <a:p>
            <a:pPr>
              <a:spcBef>
                <a:spcPts val="1400"/>
              </a:spcBef>
              <a:defRPr sz="1200" b="1">
                <a:solidFill>
                  <a:srgbClr val="166534"/>
                </a:solidFill>
              </a:defRPr>
            </a:pPr>
            <a:r>
              <a:t>100% Zero-Cost Local Inference • Zero Target Mutation • 15/15 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Real Codebase Discovery: The LinkWatch Autopsy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69848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91B1B"/>
                </a:solidFill>
              </a:defRPr>
            </a:pPr>
            <a:r>
              <a:t>1. Critical Transitive Incompatibility</a:t>
            </a:r>
          </a:p>
          <a:p>
            <a:pPr>
              <a:defRPr sz="1100">
                <a:solidFill>
                  <a:srgbClr val="18181B"/>
                </a:solidFill>
              </a:defRPr>
            </a:pPr>
            <a:r>
              <a:t>Jinja2==2.11.3 + MarkupSafe 3.0.4 crashes in tests/test_report.py (cannot import soft_unicode). Baseline: 9 passed, 1 failed.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06039"/>
            <a:ext cx="1069848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91B1B"/>
                </a:solidFill>
              </a:defRPr>
            </a:pPr>
            <a:r>
              <a:t>2. Manifest Specification Conflict</a:t>
            </a:r>
          </a:p>
          <a:p>
            <a:pPr>
              <a:defRPr sz="1100">
                <a:solidFill>
                  <a:srgbClr val="18181B"/>
                </a:solidFill>
              </a:defRPr>
            </a:pPr>
            <a:r>
              <a:t>pydantic is pinned to ==1.10.13 in requirements.txt:5 but specified as &gt;=2 in pyproject.toml:17.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069848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8181B"/>
                </a:solidFill>
              </a:defRPr>
            </a:pPr>
            <a:r>
              <a:t>3. Pydantic V1/V2 Code Collision</a:t>
            </a:r>
          </a:p>
          <a:p>
            <a:pPr>
              <a:defRPr sz="1100">
                <a:solidFill>
                  <a:srgbClr val="18181B"/>
                </a:solidFill>
              </a:defRPr>
            </a:pPr>
            <a:r>
              <a:t>linkwatch/config.py uses v1 @validator and class Config syntax, creating breaking runtime errors if upgraded to v2.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43400"/>
            <a:ext cx="1069848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8181B"/>
                </a:solidFill>
              </a:defRPr>
            </a:pPr>
            <a:r>
              <a:t>4. Abandoned Upstream Library</a:t>
            </a:r>
          </a:p>
          <a:p>
            <a:pPr>
              <a:defRPr sz="1100">
                <a:solidFill>
                  <a:srgbClr val="18181B"/>
                </a:solidFill>
              </a:defRPr>
            </a:pPr>
            <a:r>
              <a:t>appdirs==1.4.4 unmaintained since 2017 in linkwatch/cache.py:4; community has standardized on platformdirs.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12080"/>
            <a:ext cx="1069848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8181B"/>
                </a:solidFill>
              </a:defRPr>
            </a:pPr>
            <a:r>
              <a:t>5. Deprecated API &amp; Obsolete Dev Tools</a:t>
            </a:r>
          </a:p>
          <a:p>
            <a:pPr>
              <a:defRPr sz="1100">
                <a:solidFill>
                  <a:srgbClr val="18181B"/>
                </a:solidFill>
              </a:defRPr>
            </a:pPr>
            <a:r>
              <a:t>pkg_resources imported directly in resources.py; nose==1.3.7 pinned in requirements-dev.txt relies on removed imp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Trust Through Proof: Strict Epistemic Separation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25603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8181B"/>
                </a:solidFill>
              </a:defRPr>
            </a:pPr>
            <a:r>
              <a:t>TIER 1: OBSERVED FACTS</a:t>
            </a:r>
          </a:p>
          <a:p>
            <a:pPr>
              <a:spcBef>
                <a:spcPts val="1400"/>
              </a:spcBef>
              <a:defRPr sz="1200">
                <a:solidFill>
                  <a:srgbClr val="18181B"/>
                </a:solidFill>
              </a:defRPr>
            </a:pPr>
            <a:r>
              <a:t>Deterministic AST parser extracts exact import lines and manifest declarations. Captures real subprocess pytest exit codes and raw tracebacks. 100% ground-truth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1737360"/>
            <a:ext cx="25603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8181B"/>
                </a:solidFill>
              </a:defRPr>
            </a:pPr>
            <a:r>
              <a:t>TIER 2: RESILIENCE RULES</a:t>
            </a:r>
          </a:p>
          <a:p>
            <a:pPr>
              <a:spcBef>
                <a:spcPts val="1400"/>
              </a:spcBef>
              <a:defRPr sz="1200">
                <a:solidFill>
                  <a:srgbClr val="18181B"/>
                </a:solidFill>
              </a:defRPr>
            </a:pPr>
            <a:r>
              <a:t>8 Built-in deterministic rules flag incompatible transitive pairings, manifest conflicts, obsolete dev tools, and zombie dependencies with documented severities.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1344" y="1737360"/>
            <a:ext cx="25603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TIER 3: GEMMA 4 ADVISORY</a:t>
            </a:r>
          </a:p>
          <a:p>
            <a:pPr>
              <a:spcBef>
                <a:spcPts val="1400"/>
              </a:spcBef>
              <a:defRPr sz="1200">
                <a:solidFill>
                  <a:srgbClr val="18181B"/>
                </a:solidFill>
              </a:defRPr>
            </a:pPr>
            <a:r>
              <a:t>Non-authoritative guidance generated strictly by local Gemma 4 via Ollama. Validated JSON output with migration steps, suggested tests, and unresolved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06256" y="1737360"/>
            <a:ext cx="25603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TIER 4: EMPIRICAL PROOF</a:t>
            </a:r>
          </a:p>
          <a:p>
            <a:pPr>
              <a:spcBef>
                <a:spcPts val="1400"/>
              </a:spcBef>
              <a:defRPr sz="1200">
                <a:solidFill>
                  <a:srgbClr val="18181B"/>
                </a:solidFill>
              </a:defRPr>
            </a:pPr>
            <a:r>
              <a:t>Isolated sandbox runner tests candidate upgrades with prioritized PYTHONPATH overrides. Verifies regression-free fixes before any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Gemma 4 as a Systems Migration Architect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LOCAL OLLAMA INFERENCE SPECIFICATIONS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Model Tag: gemma4:e2b-it-q4_K_M (4.6B parameters, Q4_K_M)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Runtime Provider: Local Ollama Daemon (http://localhost:11434)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Endpoint: POST /api/chat with low temperature (0.1)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Offline Guarantee: 100% Zero-Cost Local Inference; no cloud APIs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License Terms: Gemma Terms of Use (Google Open Weights)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BOUNDED CONTEXT &amp; SCHEMA ENFORCEMENT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Bounded Evidence Payload: Sends only target package, manifest declarations, top 5 AST import snippets, rule findings, and raw traceback.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Strict JSON Schema: Enforces MigrationRecommendation Pydantic schema with recommendation_type, proposed_package, specifier, and steps.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Evidence Integrity Guard: Never passes test failures to unassociated packages (e.g. appdirs is strictly evaluated on deprecation, not Jinja2 errors).</a:t>
            </a:r>
          </a:p>
          <a:p>
            <a:pPr>
              <a:spcBef>
                <a:spcPts val="1000"/>
              </a:spcBef>
              <a:defRPr sz="1200">
                <a:solidFill>
                  <a:srgbClr val="18181B"/>
                </a:solidFill>
              </a:defRPr>
            </a:pPr>
            <a:r>
              <a:t>• Bounded Timeout &amp; Cancellation: Configurable 60s timeout, elapsed timer, and AbortController cancellation guarantee responsive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Empirical Proof: From 1 Failure to 10 Passing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3657600"/>
              </a:tblGrid>
              <a:tr h="701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Baseline Environment (LinkWatch)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Sandbox (Jinja2&gt;=3.1.4)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Execution 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Original Target .venv (100% Read-Only)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Temporary Sandbox + PYTHONPATH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Package Versions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Jinja2==2.11.3, MarkupSafe==3.0.4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Jinja2==3.1.6 (Candidate), MarkupSafe==3.0.4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test_report.py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91B1B"/>
                          </a:solidFill>
                        </a:defRPr>
                      </a:pPr>
                      <a:r>
                        <a:t>FAILED: ImportError (soft_unicode removed)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PASSED (Resolved via modern Jinja2)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test_cache / checker / config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9 Tests 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9 Tests PASSED (Zero regressions)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Total Verdict &amp;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9 Passed, 1 Failed (Exit Code: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10 Passed, 0 Failed — VERIFIED_FIX (Exit Code: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HACKTOBERFEST 2026 • TRACK 1: GEMMA 4 — DEPENDENCY RESILIENCE</a:t>
            </a:r>
          </a:p>
          <a:p>
            <a:pPr>
              <a:spcBef>
                <a:spcPts val="400"/>
              </a:spcBef>
              <a:defRPr sz="2400" b="1">
                <a:solidFill>
                  <a:srgbClr val="18181B"/>
                </a:solidFill>
              </a:defRPr>
            </a:pPr>
            <a:r>
              <a:t>Reusable Governance: The Dependency Exit Capsule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THE DEPENDENCY EXIT CAPSULE</a:t>
            </a:r>
          </a:p>
          <a:p>
            <a:pPr>
              <a:spcBef>
                <a:spcPts val="1200"/>
              </a:spcBef>
              <a:defRPr sz="1200">
                <a:solidFill>
                  <a:srgbClr val="18181B"/>
                </a:solidFill>
              </a:defRPr>
            </a:pPr>
            <a:r>
              <a:t>• Versioned Schema (1.0.0): Structured, portable JSON artifact for CI/CD pipelines, compliance tracking, and automated PR generation.</a:t>
            </a:r>
          </a:p>
          <a:p>
            <a:pPr>
              <a:spcBef>
                <a:spcPts val="1200"/>
              </a:spcBef>
              <a:defRPr sz="1200">
                <a:solidFill>
                  <a:srgbClr val="18181B"/>
                </a:solidFill>
              </a:defRPr>
            </a:pPr>
            <a:r>
              <a:t>• Comprehensive Provenance: Target repository metadata, timestamps, Python requirements, and Gemma 4 model runtime details.</a:t>
            </a:r>
          </a:p>
          <a:p>
            <a:pPr>
              <a:spcBef>
                <a:spcPts val="1200"/>
              </a:spcBef>
              <a:defRPr sz="1200">
                <a:solidFill>
                  <a:srgbClr val="18181B"/>
                </a:solidFill>
              </a:defRPr>
            </a:pPr>
            <a:r>
              <a:t>• Four Proof Sections: Full observed facts, 8 deterministic rule findings, validated AI recommendations, and empirical baseline vs candidate test evidence.</a:t>
            </a:r>
          </a:p>
          <a:p>
            <a:pPr>
              <a:spcBef>
                <a:spcPts val="1200"/>
              </a:spcBef>
              <a:defRPr sz="1200">
                <a:solidFill>
                  <a:srgbClr val="18181B"/>
                </a:solidFill>
              </a:defRPr>
            </a:pPr>
            <a:r>
              <a:t>• Zero Ambiguity: Reconciles all manifest discrepancies (single true pydantic conflict clearly documented).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DUAL ARTIFACT DELIVERABLES</a:t>
            </a:r>
          </a:p>
          <a:p>
            <a:pPr>
              <a:spcBef>
                <a:spcPts val="1000"/>
              </a:spcBef>
              <a:defRPr sz="1200" b="1">
                <a:solidFill>
                  <a:srgbClr val="18181B"/>
                </a:solidFill>
              </a:defRPr>
            </a:pPr>
            <a:r>
              <a:t>• dependency_exit_capsule_linkwatch.json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Machine-readable schema capturing full dependency inventory (30 deps), AST usage counts, rule findings, Gemma 4 plan, and candidate comparisons.</a:t>
            </a:r>
          </a:p>
          <a:p>
            <a:pPr>
              <a:spcBef>
                <a:spcPts val="1000"/>
              </a:spcBef>
              <a:defRPr sz="1200" b="1">
                <a:solidFill>
                  <a:srgbClr val="18181B"/>
                </a:solidFill>
              </a:defRPr>
            </a:pPr>
            <a:r>
              <a:t>• dependency_exit_capsule_linkwatch.html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Standalone, zero-dependency executive report in Swiss Editorial style. Opens in any browser without web servers or external dependencies.</a:t>
            </a:r>
          </a:p>
          <a:p>
            <a:pPr>
              <a:spcBef>
                <a:spcPts val="1000"/>
              </a:spcBef>
              <a:defRPr sz="1200" b="1">
                <a:solidFill>
                  <a:srgbClr val="18181B"/>
                </a:solidFill>
              </a:defRPr>
            </a:pPr>
            <a:r>
              <a:t>• Operational Impact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Transforms dependency maintenance from stressful guesswork into evidence-backed, reproducible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